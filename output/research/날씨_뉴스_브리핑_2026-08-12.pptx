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</p:sldIdLst>
  <p:sldSz cx="24384000" cy="13716000"/>
  <p:notesSz cx="6858000" cy="9144000"/>
  <p:embeddedFontLst>
    <p:embeddedFont>
      <p:font typeface="Pretendard SemiBold"/>
      <p:bold r:id="rId16"/>
    </p:embeddedFont>
    <p:embeddedFont>
      <p:font typeface="Pretendard Regular"/>
      <p:regular r:id="rId17"/>
    </p:embeddedFont>
    <p:embeddedFont>
      <p:font typeface="Pretendard Bold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2377440"/>
            <a:ext cx="2255515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맑은 고딕"/>
              </a:rPr>
              <a:t>오늘의 날씨 뉴스 브리핑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3840480"/>
            <a:ext cx="2255515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595959"/>
                </a:solidFill>
                <a:latin typeface="맑은 고딕"/>
              </a:rPr>
              <a:t>네이버 뉴스 · 2026-08-12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22555154" cy="1161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태풍 '찬홈'과 '돌핀'의 간접 영향으로 전국 폭염·열대야특보가 대부분 해제되며 한풀 꺾인 더위가 이어지고 있다. 다만 동해안을 중심으로 비바람과 강풍이 계속되고, 경기·호남·영남 등 50개 시군은 여전히 기상 가뭄을 겪고 있어 주말 이후 예보된 비가 해갈에 도움이 될지, 광복절 연휴 호우로 번질지가 이번 주 날씨의 관전 포인트다.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[내일날씨] 동해안 비 이어져…소나기 경남권·동부내륙 확대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11399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08080"/>
                </a:solidFill>
                <a:latin typeface="맑은 고딕"/>
              </a:rPr>
              <a:t>SBS Biz · https://n.news.naver.com/mnews/article/374/0000527017?sid=103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23" y="1600200"/>
            <a:ext cx="11399195" cy="112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13일 동해안을 중심으로 비가 이어지고 경남권·동부내륙까지 소나기가 확대되며, 무더위도 계속돼 체감온도가 33도 안팎까지 오를 전망이다.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강원·경북 동해안·산지 20~60mm, 울릉도·독도 30~80mm 비 예상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13일 부산·울산·경남 남해안·동부내륙 10~40mm 비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낮 최고기온 27~34도, 체감온도 최대 33도</a:t>
            </a:r>
          </a:p>
        </p:txBody>
      </p:sp>
      <p:pic>
        <p:nvPicPr>
          <p:cNvPr id="5" name="Picture 4" descr="article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041" y="1188720"/>
            <a:ext cx="5196303" cy="10424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[날씨] 가뭄 비상 남부, 주말 뒤 단비 가능성...호우 우려도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11399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08080"/>
                </a:solidFill>
                <a:latin typeface="맑은 고딕"/>
              </a:rPr>
              <a:t>YTN · https://n.news.naver.com/mnews/article/052/0002392228?sid=103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23" y="1600200"/>
            <a:ext cx="11399195" cy="112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경기·호남·영남 등 50개 시군에서 기상 가뭄이 지속되는 가운데, 주말 이후 남부와 전국에 비가 예보됐다. 다만 태풍 찬홈·돌핀이 남긴 비구름이 광복절 연휴 기간 강한 호우로 번질 가능성도 있어 대비가 필요하다.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경기·호남·영남 50개 시군 기상 가뭄, 9월까지 지속 가능성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일요일 남부, 월요일 전국 비 예보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광복절 연휴 기간 강하고 많은 비 가능성, 대비 필요</a:t>
            </a:r>
          </a:p>
        </p:txBody>
      </p:sp>
      <p:pic>
        <p:nvPicPr>
          <p:cNvPr id="5" name="Picture 4" descr="articl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041" y="1188720"/>
            <a:ext cx="2911351" cy="10424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[날씨체크] 태풍의 간접 영향으로 폭염 꺾여···대구·경북 당분간 강풍과 소나기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11399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08080"/>
                </a:solidFill>
                <a:latin typeface="맑은 고딕"/>
              </a:rPr>
              <a:t>대구MBC · https://n.news.naver.com/mnews/article/657/0000054296?sid=103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23" y="1600200"/>
            <a:ext cx="11399195" cy="112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태풍의 간접 영향으로 대구·경북의 폭염특보와 열대야특보가 모두 해제됐지만, 동해상 강풍과 소나기 소식이 당분간 이어질 전망이다.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대구 열대야 주의보 21일 만에 해제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동해안 풍랑주의보, 울릉도·독도 강풍주의보 발효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경북 동해안 순간풍속 15m/s 안팎 강풍 예상, 소나기 대비 필요</a:t>
            </a:r>
          </a:p>
        </p:txBody>
      </p:sp>
      <p:pic>
        <p:nvPicPr>
          <p:cNvPr id="5" name="Picture 4" descr="article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041" y="1188720"/>
            <a:ext cx="4094562" cy="10424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[날씨] 열대야 탈출, 폭염특보 대부분 해제…동해안 비바람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113991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808080"/>
                </a:solidFill>
                <a:latin typeface="맑은 고딕"/>
              </a:rPr>
              <a:t>연합뉴스TV · https://n.news.naver.com/mnews/article/422/0000894933?sid=103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23" y="1600200"/>
            <a:ext cx="11399195" cy="1120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전국 대부분 지역에서 폭염특보·열대야특보가 해제된 가운데, 동해안은 태풍 찬홈의 영향으로 비바람이 예상된다. 서쪽과 동쪽의 기온차도 크게 벌어질 전망이다.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동해안 오전 강원, 오후 경북까지 비 확대, 최대 60mm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경남에도 최대 40mm 단비 예상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서울 32도 vs 강릉 25도 등 동서 기온차 뚜렷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해상 전역 풍랑특보, 광복절 연휴 흐릴 전망</a:t>
            </a:r>
          </a:p>
        </p:txBody>
      </p:sp>
      <p:pic>
        <p:nvPicPr>
          <p:cNvPr id="5" name="Picture 4" descr="article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041" y="1188720"/>
            <a:ext cx="3665565" cy="10424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23" y="365760"/>
            <a:ext cx="2255515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  <a:latin typeface="맑은 고딕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23" y="1188720"/>
            <a:ext cx="22555154" cy="1161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태풍 찬홈·돌핀의 간접 영향으로 전국 폭염·열대야특보 대부분 해제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동해안 중심 비바람·강풍 지속, 남부는 가뭄 해갈용 단비 기대</a:t>
            </a:r>
          </a:p>
          <a:p>
            <a:pPr>
              <a:spcAft>
                <a:spcPts val="1000"/>
              </a:spcAft>
            </a:pPr>
            <a:r>
              <a:rPr sz="1800">
                <a:latin typeface="맑은 고딕"/>
              </a:rPr>
              <a:t>• 광복절 연휴(주말 이후) 전국적으로 흐리고 비 가능성, 호우 대비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